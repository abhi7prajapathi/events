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/>
  <p:notesSz cx="6858000" cy="9144000"/>
  <p:embeddedFontLst>
    <p:embeddedFont>
      <p:font typeface="Montserrat" panose="00000500000000000000" pitchFamily="2" charset="0"/>
      <p:regular r:id="rId3"/>
      <p:bold r:id="rId4"/>
    </p:embeddedFont>
    <p:embeddedFont>
      <p:font typeface="Poppins" panose="00000500000000000000" pitchFamily="2" charset="0"/>
      <p:regular r:id="rId5"/>
      <p:bold r:id="rId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" y="9525"/>
            <a:ext cx="12172950" cy="57150"/>
          </a:xfrm>
          <a:prstGeom prst="rect">
            <a:avLst/>
          </a:prstGeom>
          <a:solidFill>
            <a:srgbClr val="903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525" y="6791325"/>
            <a:ext cx="12172950" cy="57150"/>
          </a:xfrm>
          <a:prstGeom prst="rect">
            <a:avLst/>
          </a:prstGeom>
          <a:solidFill>
            <a:srgbClr val="903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2925" y="2639317"/>
            <a:ext cx="11106150" cy="1198215"/>
          </a:xfrm>
          <a:prstGeom prst="roundRect">
            <a:avLst>
              <a:gd name="adj" fmla="val 95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2925" y="5057626"/>
            <a:ext cx="706755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839075" y="5057626"/>
            <a:ext cx="3810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2925" y="3818483"/>
            <a:ext cx="11106150" cy="1905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2925" y="2639317"/>
            <a:ext cx="11106150" cy="1905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2925" y="2639317"/>
            <a:ext cx="76200" cy="1198215"/>
          </a:xfrm>
          <a:prstGeom prst="rect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30025" y="2639317"/>
            <a:ext cx="19050" cy="1198215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839075" y="6419701"/>
            <a:ext cx="3810000" cy="9525"/>
          </a:xfrm>
          <a:prstGeom prst="rect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39075" y="5057626"/>
            <a:ext cx="3810000" cy="9525"/>
          </a:xfrm>
          <a:prstGeom prst="rect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39075" y="5057626"/>
            <a:ext cx="47625" cy="13716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639550" y="5057626"/>
            <a:ext cx="9525" cy="1371600"/>
          </a:xfrm>
          <a:prstGeom prst="rect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15300" y="5643413"/>
            <a:ext cx="3295650" cy="466725"/>
          </a:xfrm>
          <a:prstGeom prst="roundRect">
            <a:avLst>
              <a:gd name="adj" fmla="val 16326"/>
            </a:avLst>
          </a:prstGeom>
          <a:solidFill>
            <a:srgbClr val="FFFBEB"/>
          </a:solidFill>
          <a:ln w="9525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1050" y="5571976"/>
            <a:ext cx="1562100" cy="657225"/>
          </a:xfrm>
          <a:prstGeom prst="roundRect">
            <a:avLst>
              <a:gd name="adj" fmla="val 16326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457450" y="5543401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133850" y="5543401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810250" y="5543401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428625"/>
            <a:ext cx="1828800" cy="762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485554" y="457200"/>
            <a:ext cx="8163520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75" b="1" i="0" u="none">
                <a:solidFill>
                  <a:srgbClr val="3B0764"/>
                </a:solidFill>
                <a:latin typeface="Montserrat"/>
              </a:rPr>
              <a:t>ER. PERUMAL MANIMEKALAI COLLEGE OF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4220" y="714375"/>
            <a:ext cx="3834854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75" b="1" i="0" u="none">
                <a:solidFill>
                  <a:srgbClr val="B45309"/>
                </a:solidFill>
                <a:latin typeface="Poppins"/>
              </a:rPr>
              <a:t>AN AUTONOMOUS INSTITUTION • HOSUR – 635 117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7535" y="942975"/>
            <a:ext cx="3741539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25" b="1" i="0" u="none">
                <a:solidFill>
                  <a:srgbClr val="6B21A8"/>
                </a:solidFill>
                <a:latin typeface="Poppins"/>
              </a:rPr>
              <a:t>DEPARTMENT OF INFORMATION TECHNOLOGY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025" y="2925067"/>
            <a:ext cx="1042035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B45309"/>
                </a:solidFill>
                <a:latin typeface="Poppins"/>
              </a:rPr>
              <a:t>PROJECT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2025" y="3191767"/>
            <a:ext cx="7315200" cy="33586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35"/>
              </a:lnSpc>
            </a:pPr>
            <a:r>
              <a:rPr lang="en-IN" sz="2100" b="1" i="0" u="none">
                <a:solidFill>
                  <a:srgbClr val="1E1B4B"/>
                </a:solidFill>
                <a:latin typeface="Montserrat"/>
              </a:rPr>
              <a:t>Campus Circ</a:t>
            </a:r>
            <a:r>
              <a:rPr lang="en-IN" sz="2100" b="1">
                <a:solidFill>
                  <a:srgbClr val="1E1B4B"/>
                </a:solidFill>
                <a:latin typeface="Montserrat"/>
              </a:rPr>
              <a:t>le</a:t>
            </a:r>
            <a:endParaRPr sz="2100" b="1" i="0" u="none">
              <a:solidFill>
                <a:srgbClr val="1E1B4B"/>
              </a:solidFill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81050" y="5257651"/>
            <a:ext cx="66865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6B21A8"/>
                </a:solidFill>
                <a:latin typeface="Poppins"/>
              </a:rPr>
              <a:t>PRESENTED BY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300" y="5376713"/>
            <a:ext cx="33909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B45309"/>
                </a:solidFill>
                <a:latin typeface="Poppins"/>
              </a:rPr>
              <a:t>PROJECT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81937" y="5767238"/>
            <a:ext cx="376237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>
                <a:solidFill>
                  <a:srgbClr val="78350F"/>
                </a:solidFill>
                <a:latin typeface="Poppins"/>
              </a:rPr>
              <a:t>Sijal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038" y="5819557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>
                <a:solidFill>
                  <a:srgbClr val="3B0764"/>
                </a:solidFill>
                <a:latin typeface="Poppins"/>
              </a:rPr>
              <a:t>Abhilash R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402682" y="5813189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>
                <a:solidFill>
                  <a:srgbClr val="3B0764"/>
                </a:solidFill>
                <a:latin typeface="Poppins"/>
              </a:rPr>
              <a:t>Anbu </a:t>
            </a:r>
            <a:r>
              <a:rPr lang="en-IN" sz="1125" b="1">
                <a:solidFill>
                  <a:srgbClr val="3B0764"/>
                </a:solidFill>
                <a:latin typeface="Poppins"/>
              </a:rPr>
              <a:t>S</a:t>
            </a:r>
            <a:r>
              <a:rPr lang="en-IN" sz="1125" b="1" i="0" u="none">
                <a:solidFill>
                  <a:srgbClr val="3B0764"/>
                </a:solidFill>
                <a:latin typeface="Poppins"/>
              </a:rPr>
              <a:t>elvan K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114800" y="5803664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>
                <a:solidFill>
                  <a:srgbClr val="3B0764"/>
                </a:solidFill>
                <a:latin typeface="Poppins"/>
              </a:rPr>
              <a:t>Dileep Kumar A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738812" y="5813189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 err="1">
                <a:solidFill>
                  <a:srgbClr val="3B0764"/>
                </a:solidFill>
                <a:latin typeface="Poppins"/>
              </a:rPr>
              <a:t>Aanandha</a:t>
            </a:r>
            <a:r>
              <a:rPr lang="en-IN" sz="1125" b="1" i="0" u="none">
                <a:solidFill>
                  <a:srgbClr val="3B0764"/>
                </a:solidFill>
                <a:latin typeface="Poppins"/>
              </a:rPr>
              <a:t> S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What is Campus Circle?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43B31"/>
                </a:solidFill>
                <a:latin typeface="Calibri"/>
              </a:rPr>
              <a:t>Campus Circle is a full-stack college event management platform designed to bridge the gap between event organizers and students. It provides a single, elegant interface for publishing, discovering, and registering for campus events.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606040"/>
            <a:ext cx="3749039" cy="2286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272491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🎯 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3145536"/>
            <a:ext cx="3429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Students miss events due to scattered announcements across WhatsApp, notice boards, and email chains.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606040"/>
            <a:ext cx="3749039" cy="2286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272491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💡 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3145536"/>
            <a:ext cx="3429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A centralized platform where admins publish events and students discover &amp; register in one place.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606040"/>
            <a:ext cx="3749039" cy="2286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72491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🌐  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3145536"/>
            <a:ext cx="34290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EFA"/>
                </a:solidFill>
                <a:latin typeface="Calibri"/>
              </a:rPr>
              <a:t>Hosted on Vercel (frontend) with a Neon PostgreSQL cloud database for persistent data.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5989320"/>
            <a:ext cx="12188952" cy="182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0" y="608076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6817B"/>
                </a:solidFill>
                <a:latin typeface="Calibri"/>
              </a:rPr>
              <a:t>Department of Information Technology  ·  Er. Perumal Manimekalai College of Engineering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Technologies powering Campus Circle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8016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⚛  React 18 + 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Frontend UI framework with blazing-fast HMR and component-based architecture.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46304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46304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52704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🐍  Flask (Python)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01168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Lightweight REST API backend. Serves all data endpoints under /api/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146304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79" y="146304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52704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🗄  PostgreSQL (Neon)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1168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Cloud-hosted relational database — persistent, scalable, serverless.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93192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93192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9959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🤖  Gemini AI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Google's generative AI for the AI Auto-Fill feature on the admin dashboard.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393192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59" y="393192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39959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🎨  Vanilla CSS + TW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48056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Tailwind utility classes for responsive, dark-themed, modern design.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79" y="3931920"/>
            <a:ext cx="3749039" cy="2240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83879" y="3931920"/>
            <a:ext cx="3749039" cy="457200"/>
          </a:xfrm>
          <a:prstGeom prst="rect">
            <a:avLst/>
          </a:prstGeom>
          <a:solidFill>
            <a:srgbClr val="1E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39959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☁  Vercel + GitHub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480560"/>
            <a:ext cx="349300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EFA"/>
                </a:solidFill>
                <a:latin typeface="Calibri"/>
              </a:rPr>
              <a:t>CI/CD pipeline: push to main branch → automatic Vercel deployment.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How all the pieces fit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560320"/>
            <a:ext cx="2377440" cy="16459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788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👤  User
(Browser)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2560320"/>
            <a:ext cx="2377440" cy="16459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2788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⚛  React
Frontend
(Vite / Vercel)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2560320"/>
            <a:ext cx="2377440" cy="16459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79" y="2788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🐍  Flask
REST API
(Python)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2560320"/>
            <a:ext cx="2377440" cy="164592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19" y="278892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🗄  Neon
PostgreSQL
(Cloud DB)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3246120"/>
            <a:ext cx="411480" cy="6400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16936" y="31181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FE870"/>
                </a:solidFill>
                <a:latin typeface="Calibri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23560" y="3246120"/>
            <a:ext cx="411480" cy="6400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51576" y="31181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FE870"/>
                </a:solidFill>
                <a:latin typeface="Calibri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3246120"/>
            <a:ext cx="411480" cy="6400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86216" y="31181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FE870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4663440"/>
            <a:ext cx="2377440" cy="1097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44768" y="4754880"/>
            <a:ext cx="21762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FE870"/>
                </a:solidFill>
                <a:latin typeface="Calibri"/>
              </a:rPr>
              <a:t>🤖  Gemini AI
(Text Gen)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206240"/>
            <a:ext cx="1920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6817B"/>
                </a:solidFill>
                <a:latin typeface="Calibri"/>
              </a:rPr>
              <a:t>↕ AI auto-fill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89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6817B"/>
                </a:solidFill>
                <a:latin typeface="Calibri"/>
              </a:rPr>
              <a:t>Vite proxy forwards /api/* calls to Flask during development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Student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Everything a student needs in one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5087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🔍  Discover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92024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Browse all upcoming campus events filtered by category: Workshop, Technical, Cultural, Placement, Seminar.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417320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5087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✅  One-Click Register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92024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Register for any event with a single click. Duplicate registrations are prevented automatically.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127248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321868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📅  My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630168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A personal dashboard showing all registered events with date, time, venue and confirmation status.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3127248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21868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🏅  Certificates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630168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Auto-generated participation certificates with the student's name, event details, and authorized signature — printable as PDF.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837176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4928616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💡  Recommendations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5340096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AI-style recommendations based on declared interests so students never miss what they care about.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837176"/>
            <a:ext cx="5669280" cy="1572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4928616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70"/>
                </a:solidFill>
                <a:latin typeface="Calibri"/>
              </a:rPr>
              <a:t>👤  Profile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5340096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EFA"/>
                </a:solidFill>
                <a:latin typeface="Calibri"/>
              </a:rPr>
              <a:t>Personal profile page showing name, email, registration number, department and class.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Admin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Powerful tools for event coordinators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623560" cy="20574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623560" cy="47548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270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FE870"/>
                </a:solidFill>
                <a:latin typeface="Calibri"/>
              </a:rPr>
              <a:t>📊  Live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57400"/>
            <a:ext cx="5349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EFA"/>
                </a:solidFill>
                <a:latin typeface="Calibri"/>
              </a:rPr>
              <a:t>At-a-glance stats: total events live, total student registrations, and total registered students.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63040"/>
            <a:ext cx="5623560" cy="20574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63040"/>
            <a:ext cx="5623560" cy="47548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5270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FE870"/>
                </a:solidFill>
                <a:latin typeface="Calibri"/>
              </a:rPr>
              <a:t>✨  AI Auto-Fill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057400"/>
            <a:ext cx="5349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EFA"/>
                </a:solidFill>
                <a:latin typeface="Calibri"/>
              </a:rPr>
              <a:t>Describe an event in plain English (e.g. 'hackathon on friday with prizes') and Gemini AI generates a full event listing.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749039"/>
            <a:ext cx="5623560" cy="20574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749039"/>
            <a:ext cx="5623560" cy="47548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8130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FE870"/>
                </a:solidFill>
                <a:latin typeface="Calibri"/>
              </a:rPr>
              <a:t>📝  Publish Events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343400"/>
            <a:ext cx="5349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EFA"/>
                </a:solidFill>
                <a:latin typeface="Calibri"/>
              </a:rPr>
              <a:t>Fill in the event form (title, date, time, venue, deadline, category, description) and publish instantly to all students.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49039"/>
            <a:ext cx="5623560" cy="20574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49039"/>
            <a:ext cx="5623560" cy="47548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81304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FE870"/>
                </a:solidFill>
                <a:latin typeface="Calibri"/>
              </a:rPr>
              <a:t>🗑  Delete 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343400"/>
            <a:ext cx="5349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EFA"/>
                </a:solidFill>
                <a:latin typeface="Calibri"/>
              </a:rPr>
              <a:t>Remove any event with a single click. Associated student registrations are automatically cleaned up from the database.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AI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Powered by Google Gemini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105156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EFA"/>
                </a:solidFill>
                <a:latin typeface="Calibri"/>
              </a:rPr>
              <a:t>The admin dashboard includes an AI Auto-Fill panel backed by the google-genai SDK. Type a rough idea and Gemini generates a complete, polished event listing in under 3 seconds.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633472"/>
            <a:ext cx="2788920" cy="2743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Admin types a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EFA"/>
                </a:solidFill>
                <a:latin typeface="Calibri"/>
              </a:rPr>
              <a:t>e.g. 'coding contest for freshers with prizes and snacks on saturday'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633472"/>
            <a:ext cx="2788920" cy="2743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5968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Request → Flask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7288" y="4160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EFA"/>
                </a:solidFill>
                <a:latin typeface="Calibri"/>
              </a:rPr>
              <a:t>POST /api/ai/generate-event sends prompt to Gemini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4496" y="2633472"/>
            <a:ext cx="2788920" cy="2743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0336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0336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Gemini generates JSON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4160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EFA"/>
                </a:solidFill>
                <a:latin typeface="Calibri"/>
              </a:rPr>
              <a:t>Returns: title, category, description, time, venue as structured JSON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98864" y="2633472"/>
            <a:ext cx="2788920" cy="2743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204704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04704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4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Form auto-fills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6024" y="4160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EFA"/>
                </a:solidFill>
                <a:latin typeface="Calibri"/>
              </a:rPr>
              <a:t>All event fields populate instantly. Admin reviews and clicks Publish.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94360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6817B"/>
                </a:solidFill>
                <a:latin typeface="Calibri"/>
              </a:rPr>
              <a:t>Fallback models: gemini-2.5-flash → gemini-flash-latest  |  Rate-limit resilience built 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Certificate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Printable participation certificates for every student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7498079" cy="484632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7498079" cy="4846320"/>
          </a:xfrm>
          <a:prstGeom prst="rect">
            <a:avLst/>
          </a:prstGeom>
          <a:noFill/>
          <a:ln w="127000">
            <a:solidFill>
              <a:srgbClr val="243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7315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43B31"/>
                </a:solidFill>
                <a:latin typeface="Georgia"/>
              </a:rPr>
              <a:t>Certificate of Participation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76817B"/>
                </a:solidFill>
                <a:latin typeface="Calibri"/>
              </a:rPr>
              <a:t>This is to certify that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3464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43B31"/>
                </a:solidFill>
                <a:latin typeface="Georgia"/>
              </a:rPr>
              <a:t>Abhilash 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015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76817B"/>
                </a:solidFill>
                <a:latin typeface="Calibri"/>
              </a:rPr>
              <a:t>has successfully participated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3075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43B31"/>
                </a:solidFill>
                <a:latin typeface="Georgia"/>
              </a:rPr>
              <a:t>CodeCraft Hackathon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120640"/>
            <a:ext cx="2286000" cy="36576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5120640"/>
            <a:ext cx="2286000" cy="36576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7731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243B31"/>
                </a:solidFill>
                <a:latin typeface="Calibri"/>
              </a:rPr>
              <a:t>2026-10-11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5166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6817B"/>
                </a:solidFill>
                <a:latin typeface="Calibri"/>
              </a:rPr>
              <a:t>Authorized Signature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1880" y="4754880"/>
            <a:ext cx="1005840" cy="10058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80" y="4846320"/>
            <a:ext cx="1005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1">
                <a:solidFill>
                  <a:srgbClr val="243B31"/>
                </a:solidFill>
                <a:latin typeface="Georgia"/>
              </a:rPr>
              <a:t>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1417320"/>
            <a:ext cx="3749039" cy="484632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554480"/>
            <a:ext cx="33832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FE870"/>
                </a:solidFill>
                <a:latin typeface="Calibri"/>
              </a:rPr>
              <a:t>How It Works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✅  Student name pulled from account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✅  Event title &amp; date auto-populated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✅  Admin signature embedded via CSS blend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✅  One-click Print → save as PDF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✅  Works for every registered event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PostgreSQL tables on Neon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3749039" cy="4754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43B31"/>
                </a:solidFill>
                <a:latin typeface="Calibri"/>
              </a:rPr>
              <a:t>users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92807"/>
            <a:ext cx="3749039" cy="4526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98424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id            SERIAL PRIMARY KEY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42316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name          TEXT NOT NULL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86207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email         TEXT UNIQUE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30098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password     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373989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reg_no        TEXT UNIQUE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417880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department    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461772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class        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505663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interests    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" y="549554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role          TEXT DEFAULT 'student'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59" y="1417320"/>
            <a:ext cx="3749039" cy="4754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43B31"/>
                </a:solidFill>
                <a:latin typeface="Calibri"/>
              </a:rPr>
              <a:t>events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59" y="1892807"/>
            <a:ext cx="3749039" cy="4526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6551" y="198424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id            SERIAL PRIMARY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1" y="242316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title         TEXT NOT NULL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1" y="286207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category      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1" y="330098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date          DATE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1" y="373989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time          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1" y="417880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venue         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1" y="461772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deadline      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1" y="505663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description   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6551" y="549554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seats         INT DEFAULT 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1" y="593445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image         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1417320"/>
            <a:ext cx="3749039" cy="4754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43B31"/>
                </a:solidFill>
                <a:latin typeface="Calibri"/>
              </a:rPr>
              <a:t>registrations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3879" y="1892807"/>
            <a:ext cx="3749039" cy="452628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48471" y="198424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id            SERIAL PRIMARY KEY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8471" y="242316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user_id       INT → users.id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48471" y="286207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event_id      INT → events.id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8471" y="330098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status        TEXT DEFAULT 'Confirmed'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48471" y="373989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registered_at TIMESTAMP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48471" y="417880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1" y="461772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EFA"/>
                </a:solidFill>
                <a:latin typeface="Courier New"/>
              </a:rPr>
              <a:t>UNIQUE(user_id, event_id)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REST API Endpoints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Flask-powered backend routes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63040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8132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481328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481328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List all events (with registration flag per user)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911095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956815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1975103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1975103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975103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Publish a new event (admin)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404872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2450591"/>
            <a:ext cx="868680" cy="33832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468879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2468879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/api/events/&lt;id&gt;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468879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Delete an event and its registrations (admin)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898648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7472" y="2944368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2962656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2962656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/api/events/&lt;id&gt;/register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2962656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Register a student for an event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392424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7472" y="3438144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3456432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8448" y="3456432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/api/login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456432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Authenticate a user, return profile JSON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886200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472" y="3931920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395020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8448" y="3950208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/api/register-user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3950208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Create a new student account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379976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" y="4425696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4443984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8448" y="4443984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/api/me/&lt;user_id&gt;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443984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Fetch live user profile from DB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873752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" y="4919472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4937760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8448" y="4937760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/api/registrations/&lt;user_id&gt;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4937760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List all events registered by a student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367528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7472" y="5413248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472" y="5431536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8448" y="5431536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/api/recommendations/&lt;user_id&gt;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5431536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Get AI-scored event recommendations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5861304"/>
            <a:ext cx="11887200" cy="429768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7472" y="5907024"/>
            <a:ext cx="868680" cy="338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7472" y="5925312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8448" y="5925312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/api/admin/stats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26480" y="5925312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Live dashboard counters (events, reg, students)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6355080"/>
            <a:ext cx="11887200" cy="429768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7472" y="6400800"/>
            <a:ext cx="868680" cy="338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47472" y="641908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98448" y="6419088"/>
            <a:ext cx="4754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FE870"/>
                </a:solidFill>
                <a:latin typeface="Courier New"/>
              </a:rPr>
              <a:t>/api/ai/generate-event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6419088"/>
            <a:ext cx="5943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EFA"/>
                </a:solidFill>
                <a:latin typeface="Calibri"/>
              </a:rPr>
              <a:t>Gemini AI: generate event JSON from a prompt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FE870"/>
                </a:solidFill>
                <a:latin typeface="Calibri"/>
              </a:rPr>
              <a:t>Deployment &amp;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EFA"/>
                </a:solidFill>
                <a:latin typeface="Calibri"/>
              </a:rPr>
              <a:t>From local dev to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5760720" cy="5029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39495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FE870"/>
                </a:solidFill>
                <a:latin typeface="Calibri"/>
              </a:rPr>
              <a:t>Local Development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📦  Clone the repo from GitHub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📂  cd backend → pip install -r requirements.txt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📝  Create backend/.env with DATABASE_URL &amp; GEMINI_API_KEY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▶  python app.py  (Flask runs on :5000)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📂  cd frontend → npm install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▶  npm run dev  (Vite runs on :5173)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🌐  All /api/* calls proxy to Flask via vite.config.js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417320"/>
            <a:ext cx="5577840" cy="50292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5212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FE870"/>
                </a:solidFill>
                <a:latin typeface="Calibri"/>
              </a:rPr>
              <a:t>Production Deployment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🚀  Push to GitHub main branch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☁  Vercel auto-deploys the frontend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🔑  Add ENV vars in Vercel dashboard: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      DATABASE_URL=postgresql://...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      GEMINI_API_KEY=...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🗄  Database hosted on Neon PostgreSQL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FFFEFA"/>
                </a:solidFill>
                <a:latin typeface="Calibri"/>
              </a:rPr>
              <a:t>•       (No server to manage!)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43B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CFE870"/>
                </a:solidFill>
                <a:latin typeface="Calibri"/>
              </a:rP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FFEFA"/>
                </a:solidFill>
                <a:latin typeface="Calibri"/>
              </a:rPr>
              <a:t>Campus Circle — making campus life better, one event at a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301752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37360" y="310896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React + Vite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301752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310896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Flask 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01752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310896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Neon 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0" y="402336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411480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Gemini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402336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59" y="411480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Certificates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4023360"/>
            <a:ext cx="2743200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4114800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FE870"/>
                </a:solidFill>
                <a:latin typeface="Calibri"/>
              </a:rPr>
              <a:t>Admin Dashboard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1A2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0" y="6245352"/>
            <a:ext cx="12188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FE870"/>
                </a:solidFill>
                <a:latin typeface="Calibri"/>
              </a:rPr>
              <a:t>GitHub: Abhi7Prajapathi/Events  ·  Deployed on Vercel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Montserrat</vt:lpstr>
      <vt:lpstr>Poppins</vt:lpstr>
      <vt:lpstr>Office Theme</vt:lpstr>
      <vt:lpstr>PowerPoint Presentation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Monika Kumaresan</dc:creator>
  <dc:description>generated using python-pptx</dc:description>
  <cp:lastModifiedBy>Abhi R Prajapathi</cp:lastModifiedBy>
  <cp:revision>1</cp:revision>
  <dcterms:created xsi:type="dcterms:W3CDTF">2013-01-27T09:14:16Z</dcterms:created>
  <dcterms:modified xsi:type="dcterms:W3CDTF">2026-10-23T16:10:18Z</dcterms:modified>
</cp:coreProperties>
</file>