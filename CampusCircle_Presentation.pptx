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embeddedFontLst>
    <p:embeddedFont>
      <p:font typeface="Montserrat" panose="00000500000000000000" pitchFamily="2" charset="0"/>
      <p:regular r:id="rId3"/>
      <p:bold r:id="rId4"/>
    </p:embeddedFont>
    <p:embeddedFont>
      <p:font typeface="Poppins" panose="00000500000000000000" pitchFamily="2" charset="0"/>
      <p:regular r:id="rId5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" y="95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525" y="67913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2925" y="2639317"/>
            <a:ext cx="11106150" cy="1198215"/>
          </a:xfrm>
          <a:prstGeom prst="roundRect">
            <a:avLst>
              <a:gd name="adj" fmla="val 95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2925" y="5057626"/>
            <a:ext cx="706755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39075" y="5057626"/>
            <a:ext cx="3810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2925" y="3818483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2925" y="2639317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2925" y="2639317"/>
            <a:ext cx="76200" cy="1198215"/>
          </a:xfrm>
          <a:prstGeom prst="rect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30025" y="2639317"/>
            <a:ext cx="19050" cy="1198215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39075" y="6419701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9075" y="5057626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39075" y="5057626"/>
            <a:ext cx="47625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39550" y="5057626"/>
            <a:ext cx="9525" cy="1371600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5300" y="5643413"/>
            <a:ext cx="3295650" cy="466725"/>
          </a:xfrm>
          <a:prstGeom prst="roundRect">
            <a:avLst>
              <a:gd name="adj" fmla="val 16326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1050" y="5571976"/>
            <a:ext cx="1562100" cy="657225"/>
          </a:xfrm>
          <a:prstGeom prst="roundRect">
            <a:avLst>
              <a:gd name="adj" fmla="val 16326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4574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338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102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28625"/>
            <a:ext cx="1828800" cy="76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5554" y="457200"/>
            <a:ext cx="816352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75" b="1" i="0" u="none">
                <a:solidFill>
                  <a:srgbClr val="3B0764"/>
                </a:solidFill>
                <a:latin typeface="Montserrat"/>
              </a:rPr>
              <a:t>ER. PERUMAL MANIMEKALAI COLLEGE OF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4220" y="714375"/>
            <a:ext cx="383485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75" b="1" i="0" u="none">
                <a:solidFill>
                  <a:srgbClr val="B45309"/>
                </a:solidFill>
                <a:latin typeface="Poppins"/>
              </a:rPr>
              <a:t>AN AUTONOMOUS INSTITUTION • HOSUR – 635 117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7535" y="942975"/>
            <a:ext cx="374153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25" b="1" i="0" u="none">
                <a:solidFill>
                  <a:srgbClr val="6B21A8"/>
                </a:solidFill>
                <a:latin typeface="Poppins"/>
              </a:rPr>
              <a:t>DEPARTMENT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2925067"/>
            <a:ext cx="104203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B45309"/>
                </a:solidFill>
                <a:latin typeface="Poppins"/>
              </a:rPr>
              <a:t>PROJECT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" y="3191767"/>
            <a:ext cx="7315200" cy="33586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IN" sz="2100" b="1" i="0" u="none">
                <a:solidFill>
                  <a:srgbClr val="1E1B4B"/>
                </a:solidFill>
                <a:latin typeface="Montserrat"/>
              </a:rPr>
              <a:t>Campus Circ</a:t>
            </a:r>
            <a:r>
              <a:rPr lang="en-IN" sz="2100" b="1">
                <a:solidFill>
                  <a:srgbClr val="1E1B4B"/>
                </a:solidFill>
                <a:latin typeface="Montserrat"/>
              </a:rPr>
              <a:t>le</a:t>
            </a:r>
            <a:endParaRPr sz="2100" b="1" i="0" u="none">
              <a:solidFill>
                <a:srgbClr val="1E1B4B"/>
              </a:solidFill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1050" y="5257651"/>
            <a:ext cx="66865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B21A8"/>
                </a:solidFill>
                <a:latin typeface="Poppins"/>
              </a:rPr>
              <a:t>PRESENTED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300" y="5376713"/>
            <a:ext cx="3390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B45309"/>
                </a:solidFill>
                <a:latin typeface="Poppins"/>
              </a:rPr>
              <a:t>PROJECT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1937" y="5767238"/>
            <a:ext cx="37623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>
                <a:solidFill>
                  <a:srgbClr val="78350F"/>
                </a:solidFill>
                <a:latin typeface="Poppins"/>
              </a:rPr>
              <a:t>Sijal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038" y="5819557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Abhilash R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0268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Anbu </a:t>
            </a:r>
            <a:r>
              <a:rPr lang="en-IN" sz="1125" b="1">
                <a:solidFill>
                  <a:srgbClr val="3B0764"/>
                </a:solidFill>
                <a:latin typeface="Poppins"/>
              </a:rPr>
              <a:t>S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elvan K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114800" y="5803664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Dileep Kumar A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3881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 err="1">
                <a:solidFill>
                  <a:srgbClr val="3B0764"/>
                </a:solidFill>
                <a:latin typeface="Poppins"/>
              </a:rPr>
              <a:t>Aanandha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 S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What is Campus Circle?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43B31"/>
                </a:solidFill>
                <a:latin typeface="Calibri"/>
              </a:rPr>
              <a:t>Campus Circle is a modern full-stack college event management platform designed to bridge the gap between event organizers and students. It provides a centralized, responsive interface for publishing events, managing student rosters, automated email ticketing, and digital certifications.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🎯 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Students miss events due to fragmented notices on WhatsApp and notice boards. Admins lack real-time attendee visibility.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💡 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Centralized platform where admins publish events, track student rosters, and send automated Brevo email passes.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🌐 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Hosted on Vercel with Neon PostgreSQL serverless cloud DB, Brevo transactional email, and Gemini AI integration.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98932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08076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6817B"/>
                </a:solidFill>
                <a:latin typeface="Calibri"/>
              </a:rPr>
              <a:t>Department of Information Technology  ·  Er. Perumal Manimekalai College of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Technologies powering Campus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016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⚛  React 18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Frontend UI framework with mobile-responsive layouts, fast HMR, and smooth modal 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🐍  Flask (Python)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Lightweight REST API backend serving modular endpoints for events, users, and attendees.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🗄  PostgreSQL (Neon)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Serverless cloud relational database — persistent, scalable, and securely pooled.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🤖  Gemini AI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Google generative AI for 1-click event description and schedule generation for admins.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📨  Brevo Email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Transactional email delivery for student Welcome passes and event registration tickets.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☁  Vercel + 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Automated CI/CD deployment pipeline: git push main triggers instant production builds.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End-to-end dataflow &amp; service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👤  User / Admin
(Mobile &amp; Desktop)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⚛  React Client
(Vite / Vercel)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🐍  Flask Backend
(REST API Services)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🗄  Neon Cloud
(PostgreSQL DB)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5157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572000"/>
            <a:ext cx="3108960" cy="123444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68172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🤖  Google Gemini AI
(AI Event Auto-Fill)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6817B"/>
                </a:solidFill>
                <a:latin typeface="Calibri"/>
              </a:rPr>
              <a:t>↕ Event copywriting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4572000"/>
            <a:ext cx="3566160" cy="123444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68172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📨  Brevo Email API (v3)
(Welcome &amp; Event Passes)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251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6817B"/>
                </a:solidFill>
                <a:latin typeface="Calibri"/>
              </a:rPr>
              <a:t>↕ Async email dispatch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6817B"/>
                </a:solidFill>
                <a:latin typeface="Calibri"/>
              </a:rPr>
              <a:t>Fully decoupled architecture with background threading for instant client response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Student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Everything a student needs in one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🔍  Discover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Browse all upcoming campus events filtered by category: Workshop, Technical, Cultural, Placement, Seminar.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✅  One-Click 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Register for any event with a single click. Duplicate registrations are prevented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📅  My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 personal dashboard showing all registered events with date, time, venue and confirmation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🏅  Certificates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Auto-generated participation certificates with the student's name, event details, and authorized signature — printable as PDF.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💡  Recommendations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AI-style recommendations based on declared interests so students never miss what they care about.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📨  Email Event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Instant confirmation email delivered via Brevo with event timing, venue directions, and reminders.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Admin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Comprehensive control &amp; student attendee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👥  Registered Student Rosters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Admins can view the full list of enrolled students for any event with name, reg number, department, class, and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📥  CSV Export &amp; 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Export attendee lists to CSV for offline attendance tracking or print the roster directly for campus gate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✨  AI Auto-Fill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Type a rough idea (e.g. 'hackathon on friday with prizes') and Gemini AI generates the full structured event listing.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📊  Live Analytics &amp; Deletion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Monitor live counts of active events, registrations, and registered students with clean event lifecycle management.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AI &amp; Transactional Email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Automated intelligence with Google Gemini &amp; Brevo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105156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EFA"/>
                </a:solidFill>
                <a:latin typeface="Calibri"/>
              </a:rPr>
              <a:t>Campus Circle integrates AI-assisted event creation and automated email dispatching. Admins draft events in seconds while students receive instant branded registration passes in their inbox.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AI Auto-Fill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Admin types brief idea → Gemini AI generates polished title, category, description, and timing.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Instant Publishing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Event is validated and stored in Neon PostgreSQL cloud DB, immediately live on Discover.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0336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Welcome 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New student registers → Brevo API sends a branded welcome email with profile credentials.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04704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4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Event Ticket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Student clicks Register → Brevo dispatches a ticket pass with schedule, venue, and reminders.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943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6817B"/>
                </a:solidFill>
                <a:latin typeface="Calibri"/>
              </a:rPr>
              <a:t>Multi-model AI fallback: gemini-3.5-flash → gemini-flash-latest  |  Async background email threading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Certificate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Printable participation certificates for every student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noFill/>
          <a:ln w="127000">
            <a:solidFill>
              <a:srgbClr val="243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7315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Georgia"/>
              </a:rPr>
              <a:t>Certificate of Participation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6817B"/>
                </a:solidFill>
                <a:latin typeface="Calibri"/>
              </a:rPr>
              <a:t>This is to certify that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43B31"/>
                </a:solidFill>
                <a:latin typeface="Georgia"/>
              </a:rPr>
              <a:t>Abhilash 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015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6817B"/>
                </a:solidFill>
                <a:latin typeface="Calibri"/>
              </a:rPr>
              <a:t>has successfully participated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307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43B31"/>
                </a:solidFill>
                <a:latin typeface="Georgia"/>
              </a:rPr>
              <a:t>CodeCraft Hackathon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20640"/>
            <a:ext cx="2286000" cy="36576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2286000" cy="36576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731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43B31"/>
                </a:solidFill>
                <a:latin typeface="Calibri"/>
              </a:rPr>
              <a:t>2026-10-11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6817B"/>
                </a:solidFill>
                <a:latin typeface="Calibri"/>
              </a:rPr>
              <a:t>Authorized Signature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4754880"/>
            <a:ext cx="1005840" cy="10058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4846320"/>
            <a:ext cx="1005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1">
                <a:solidFill>
                  <a:srgbClr val="243B31"/>
                </a:solidFill>
                <a:latin typeface="Georgia"/>
              </a:rPr>
              <a:t>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749039" cy="484632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554480"/>
            <a:ext cx="3383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How It Works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Student name pulled from verified account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Event title &amp; date auto-populated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Admin signature embedded via CSS blend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One-click Print → save as PDF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Works for every registered event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PostgreSQL tables on Neon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name          TEXT NOT NULL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email         TEXT 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password     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reg_no        TEXT UNIQUE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department   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class        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interests    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role          TEXT DEFAULT 'student'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events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title         TEXT NOT NULL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category     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date          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time        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venue        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deadline      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1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description  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1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seats         INT DEFAULT 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1" y="593445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image         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registrations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847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user_id       INT → users.id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event_id      INT → events.id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status        TEXT DEFAULT 'Confirmed'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created_at    TIMESTAMP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UNIQUE(user_id, event_id)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1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JOIN user_id → Attendee 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REST API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Flask backend routes &amp; attendee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63040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81328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81328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List all events with registration status per student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11095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956815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75103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975103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75103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Publish new event to campus catalog (Admin)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04872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450591"/>
            <a:ext cx="868680" cy="3383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468879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68879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/api/events/&lt;id&gt;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79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Delete event with cascade registration cleanup (Admin)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98648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944368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96265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2962656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/api/events/&lt;id&gt;/register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962656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Register student + dispatch Brevo email 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92424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438144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45643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3456432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/api/events/&lt;id&gt;/registrations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456432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Fetch attendee roster (names, reg_no, dept) for admin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86200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93192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95020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3950208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/api/register-user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950208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Create student account + dispatch Brevo welcome email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79976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425696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443984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8448" y="4443984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/api/login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443984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Authenticate student/admin &amp; return profile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873752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" y="4919472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4937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4937760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/api/registrations/&lt;user_id&gt;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37760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Fetch events registered by a student for certificates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367528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" y="5413248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543153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431536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/api/recommendations/&lt;user_id&gt;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431536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Get interest-weighted event recommendations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861304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5907024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592531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8448" y="5925312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/api/admin/stats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925312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Live dashboard metrics (events, reg, students)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635508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" y="640080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" y="641908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8448" y="6419088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/api/ai/generate-event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6419088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Gemini AI: generate full event JSON from rough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Deployment &amp;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From local dev to cloud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76072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9495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CFE870"/>
                </a:solidFill>
                <a:latin typeface="Calibri"/>
              </a:rPr>
              <a:t>Local Development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📦  Clone repository from GitHub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📂  cd backend → pip install -r requirements.txt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📝  Configure backend/.env with DATABASE_URL, GEMINI_API_KEY, BREVO_API_KEY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▶  python app.py  (Flask runs on :5000)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📂  cd frontend → npm install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▶  npm run dev  (Vite runs on :5173)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🌐  Vite proxies /api/* calls to Flask during local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57784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212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CFE870"/>
                </a:solidFill>
                <a:latin typeface="Calibri"/>
              </a:rPr>
              <a:t>Production Deployment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🚀  Push to GitHub main branch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☁  Vercel automatically deploys frontend &amp; backend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🔑  Environment variables in Vercel settings: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DATABASE_URL=postgresql://...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GEMINI_API_KEY=...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BREVO_API_KEY=xkeysib-...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BREVO_SENDER_EMAIL=campus.circle.edu@gmail.com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🗄  PostgreSQL hosted on Neon serverless cloud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CFE870"/>
                </a:solidFill>
                <a:latin typeface="Calibr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EFA"/>
                </a:solidFill>
                <a:latin typeface="Calibri"/>
              </a:rPr>
              <a:t>Campus Circle — making campus life better, one event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React + Vite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Flask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Gemini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Brevo Email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Attendee Rosters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245352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FE870"/>
                </a:solidFill>
                <a:latin typeface="Calibri"/>
              </a:rPr>
              <a:t>GitHub: Abhi7Prajapathi/Events  ·  Deployed on Vercel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Montserrat</vt:lpstr>
      <vt:lpstr>Poppins</vt:lpstr>
      <vt:lpstr>Office Theme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Monika Kumaresan</dc:creator>
  <dc:description>generated using python-pptx</dc:description>
  <cp:lastModifiedBy>Abhi R Prajapathi</cp:lastModifiedBy>
  <cp:revision>1</cp:revision>
  <dcterms:created xsi:type="dcterms:W3CDTF">2013-01-27T09:14:16Z</dcterms:created>
  <dcterms:modified xsi:type="dcterms:W3CDTF">2026-10-23T16:10:18Z</dcterms:modified>
</cp:coreProperties>
</file>