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1097280" cy="109728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1">
                <a:solidFill>
                  <a:srgbClr val="243B31"/>
                </a:solidFill>
                <a:latin typeface="Georgia"/>
              </a:rPr>
              <a:t>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92024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CFE870"/>
                </a:solidFill>
                <a:latin typeface="Calibri"/>
              </a:rPr>
              <a:t>Campus Circle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88036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EFA"/>
                </a:solidFill>
                <a:latin typeface="Calibri"/>
              </a:rPr>
              <a:t>Campus Event Management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5204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76817B"/>
                </a:solidFill>
                <a:latin typeface="Calibri"/>
              </a:rPr>
              <a:t>Discover  ·  Register  ·  Celebrate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FE870"/>
                </a:solidFill>
                <a:latin typeface="Calibri"/>
              </a:rPr>
              <a:t>React + Vite  |  Flask REST API  |  PostgreSQL  |  Gemini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What is Campus Circle?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43B31"/>
                </a:solidFill>
                <a:latin typeface="Calibri"/>
              </a:rPr>
              <a:t>Campus Circle is a full-stack college event management platform designed to bridge the gap between event organizers and students. It provides a single, elegant interface for publishing, discovering, and registering for campus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🎯 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Students miss events due to scattered announcements across WhatsApp, notice boards, and email chains.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💡 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A centralized platform where admins publish events and students discover &amp; register in one place.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🌐 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Hosted on Vercel (frontend) with a Neon PostgreSQL cloud database for persistent data.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989320"/>
            <a:ext cx="12188952" cy="182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608076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6817B"/>
                </a:solidFill>
                <a:latin typeface="Calibri"/>
              </a:rPr>
              <a:t>Built by Abhi Prajapathi  ·  October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Technologies powering Campus Circle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8016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⚛  React 18 +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Frontend UI framework with blazing-fast HMR and component-based architecture.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🐍  Flask (Python)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Lightweight REST API backend. Serves all data endpoints under /api/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🗄  PostgreSQL (Neon)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Cloud-hosted relational database — persistent, scalable, serverless.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🤖  Gemini AI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Google's generative AI for the AI Auto-Fill feature on the admin dashboard.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🎨  Vanilla CSS + TW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Tailwind utility classes for responsive, dark-themed, modern design.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79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☁  Vercel + GitHub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CI/CD pipeline: push to main branch → automatic Vercel deployment.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How all the pieces fit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👤  User
(Browser)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⚛  React
Frontend
(Vite / Vercel)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79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🐍  Flask
REST API
(Python)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19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🗄  Neon
PostgreSQL
(Cloud DB)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693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356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5157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8621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4663440"/>
            <a:ext cx="2377440" cy="1097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4768" y="4754880"/>
            <a:ext cx="21762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🤖  Gemini AI
(Text Gen)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206240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6817B"/>
                </a:solidFill>
                <a:latin typeface="Calibri"/>
              </a:rPr>
              <a:t>↕ AI auto-fill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89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6817B"/>
                </a:solidFill>
                <a:latin typeface="Calibri"/>
              </a:rPr>
              <a:t>Vite proxy forwards /api/* calls to Flask during development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Student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Everything a student needs in one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🔍  Discover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9202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Browse all upcoming campus events filtered by category: Workshop, Technical, Cultural, Placement, Seminar.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17320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✅  One-Click 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202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Register for any event with a single click. Duplicate registrations are prevented automatically.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127248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2186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📅  My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630168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 personal dashboard showing all registered events with date, time, venue and confirmation status.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127248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2186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🏅  Certificates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630168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Auto-generated participation certificates with the student's name, event details, and authorized signature — printable as PDF.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37176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928616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💡  Recommendations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534009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AI-style recommendations based on declared interests so students never miss what they care about.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837176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4928616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👤  Profile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534009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Personal profile page showing name, email, registration number, department and class.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Admin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Powerful tools for event coordinators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27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FE870"/>
                </a:solidFill>
                <a:latin typeface="Calibri"/>
              </a:rPr>
              <a:t>📊  Live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57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EFA"/>
                </a:solidFill>
                <a:latin typeface="Calibri"/>
              </a:rPr>
              <a:t>At-a-glance stats: total events live, total student registrations, and total registered students.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63040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527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FE870"/>
                </a:solidFill>
                <a:latin typeface="Calibri"/>
              </a:rPr>
              <a:t>✨  AI Auto-Fill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057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EFA"/>
                </a:solidFill>
                <a:latin typeface="Calibri"/>
              </a:rPr>
              <a:t>Describe an event in plain English (e.g. 'hackathon on friday with prizes') and Gemini AI generates a full event listing.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49039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813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FE870"/>
                </a:solidFill>
                <a:latin typeface="Calibri"/>
              </a:rPr>
              <a:t>📝  Publish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343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EFA"/>
                </a:solidFill>
                <a:latin typeface="Calibri"/>
              </a:rPr>
              <a:t>Fill in the event form (title, date, time, venue, deadline, category, description) and publish instantly to all students.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39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813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FE870"/>
                </a:solidFill>
                <a:latin typeface="Calibri"/>
              </a:rPr>
              <a:t>🗑  Delete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343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EFA"/>
                </a:solidFill>
                <a:latin typeface="Calibri"/>
              </a:rPr>
              <a:t>Remove any event with a single click. Associated student registrations are automatically cleaned up from the database.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AI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Powered by Google Gemini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105156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EFA"/>
                </a:solidFill>
                <a:latin typeface="Calibri"/>
              </a:rPr>
              <a:t>The admin dashboard includes an AI Auto-Fill panel backed by the google-genai SDK. Type a rough idea and Gemini generates a complete, polished event listing in under 3 seconds.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Admin types a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e.g. 'coding contest for freshers with prizes and snacks on saturday'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Request → Flask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7288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POST /api/ai/generate-event sends prompt to Gemini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4496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0336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0336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Gemini generates JSON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Returns: title, category, description, time, venue as structured JSON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98864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04704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04704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Form auto-fills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6024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All event fields populate instantly. Admin reviews and clicks Publish.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9436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6817B"/>
                </a:solidFill>
                <a:latin typeface="Calibri"/>
              </a:rPr>
              <a:t>Fallback models: gemini-3.5-flash → gemini-flash-latest  |  Rate-limit resilience built 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Certificate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Printable participation certificates for every student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7498079" cy="484632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7498079" cy="4846320"/>
          </a:xfrm>
          <a:prstGeom prst="rect">
            <a:avLst/>
          </a:prstGeom>
          <a:noFill/>
          <a:ln w="127000">
            <a:solidFill>
              <a:srgbClr val="243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7315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Georgia"/>
              </a:rPr>
              <a:t>Certificate of Participation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6817B"/>
                </a:solidFill>
                <a:latin typeface="Calibri"/>
              </a:rPr>
              <a:t>This is to certify that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43B31"/>
                </a:solidFill>
                <a:latin typeface="Georgia"/>
              </a:rPr>
              <a:t>Aarav Sharma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015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6817B"/>
                </a:solidFill>
                <a:latin typeface="Calibri"/>
              </a:rPr>
              <a:t>has successfully participated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3075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43B31"/>
                </a:solidFill>
                <a:latin typeface="Georgia"/>
              </a:rPr>
              <a:t>CodeCraft Hackathon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120640"/>
            <a:ext cx="2286000" cy="36576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2286000" cy="36576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7731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43B31"/>
                </a:solidFill>
                <a:latin typeface="Calibri"/>
              </a:rPr>
              <a:t>2026-10-11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166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6817B"/>
                </a:solidFill>
                <a:latin typeface="Calibri"/>
              </a:rPr>
              <a:t>Authorized Signature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4754880"/>
            <a:ext cx="1005840" cy="10058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80" y="4846320"/>
            <a:ext cx="1005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1">
                <a:solidFill>
                  <a:srgbClr val="243B31"/>
                </a:solidFill>
                <a:latin typeface="Georgia"/>
              </a:rPr>
              <a:t>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1417320"/>
            <a:ext cx="3749039" cy="484632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554480"/>
            <a:ext cx="3383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How It Works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Student name pulled from account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Event title &amp; date auto-populated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Admin signature embedded via CSS blend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One-click Print → save as PDF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Works for every registered event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PostgreSQL tables on Neon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users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name          TEXT NOT NULL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email         TEXT UNIQUE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password     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reg_no        TEXT UNIQUE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department    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class        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5056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interests    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549554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role          TEXT DEFAULT 'student'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59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events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1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1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title         TEXT NOT NULL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1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category      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1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date          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1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time         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1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venue         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1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deadline      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1" y="5056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description  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1" y="549554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seats         INT DEFAULT 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1" y="593445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image         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registrations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79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8471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1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user_id       INT → users.id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8471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event_id      INT → events.id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8471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status        TEXT DEFAULT 'Confirmed'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8471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registered_at TIMESTAMP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8471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1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UNIQUE(user_id, event_id)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REST API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Flask-powered backend routes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63040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8132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481328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481328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List all events (with registration flag per user)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11095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956815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975103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975103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75103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Publish a new event (admin)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04872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2450591"/>
            <a:ext cx="868680" cy="3383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468879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468879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/api/events/&lt;id&gt;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468879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Delete an event and its registrations (admin)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898648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2944368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2962656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2962656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/api/events/&lt;id&gt;/register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2962656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Register a student for an event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392424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3438144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3456432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3456432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/api/login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456432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Authenticate a user, return profile JSON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886200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" y="3931920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395020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8448" y="3950208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/api/register-user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3950208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Create a new student account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379976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" y="4425696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4443984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8448" y="4443984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/api/me/&lt;user_id&gt;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443984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Fetch live user profile from DB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873752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" y="4919472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493776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4937760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/api/registrations/&lt;user_id&gt;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4937760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List all events registered by a student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367528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" y="5413248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5431536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8448" y="5431536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/api/recommendations/&lt;user_id&gt;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431536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Get AI-scored event recommendations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861304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7472" y="5907024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" y="5925312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8448" y="5925312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/api/admin/stats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26480" y="5925312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Live dashboard counters (events, reg, students)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6355080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" y="6400800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47472" y="641908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8448" y="6419088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/api/ai/generate-event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6419088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Gemini AI: generate event JSON from a prompt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Deployment &amp;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From local dev to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760720" cy="5029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39495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Local Development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📦  Clone the repo from GitHub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📂  cd backend → pip install -r requirements.txt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📝  Create backend/.env with DATABASE_URL &amp; GEMINI_API_KEY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▶  python app.py  (Flask runs on :5000)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📂  cd frontend → npm install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▶  npm run dev  (Vite runs on :5173)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🌐  All /api/* calls proxy to Flask via vite.config.js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417320"/>
            <a:ext cx="5577840" cy="5029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5212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Production Deployment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🚀  Push to GitHub main branch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☁  Vercel auto-deploys the frontend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🔑  Add ENV vars in Vercel dashboard: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      DATABASE_URL=postgresql://...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      GEMINI_API_KEY=...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🗄  Database hosted on Neon PostgreSQL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      (No server to manage!)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CFE870"/>
                </a:solidFill>
                <a:latin typeface="Calibri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FFEFA"/>
                </a:solidFill>
                <a:latin typeface="Calibri"/>
              </a:rPr>
              <a:t>Campus Circle — making campus life better, one event at a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React + Vite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Flask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Neon 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Gemini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Certificates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Admin Dashboard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0" y="6245352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FE870"/>
                </a:solidFill>
                <a:latin typeface="Calibri"/>
              </a:rPr>
              <a:t>GitHub: Abhi7Prajapathi/Events  ·  Deployed on Vercel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